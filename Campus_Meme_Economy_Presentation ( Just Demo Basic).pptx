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990011"/>
                </a:solidFill>
                <a:latin typeface="Arial Black"/>
              </a:defRPr>
            </a:pPr>
            <a:r>
              <a:t>🎮 CAMPUS MEME ECONOMY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FCF6F5"/>
                </a:solidFill>
                <a:latin typeface="Calibri"/>
              </a:defRPr>
            </a:pPr>
            <a:r>
              <a:t>Level Up Your Campus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Python Term Project | 6-Member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1E1E"/>
                </a:solidFill>
                <a:latin typeface="Arial Black"/>
              </a:defRPr>
            </a:pPr>
            <a:r>
              <a:t>😴 Traditional Campus Life is Boring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657600" cy="18288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No motivation to help others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Students work in silos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828800"/>
            <a:ext cx="3657600" cy="18288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20116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560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Good deeds go unrecognized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175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Helping others = no rewards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3657600" cy="18288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Campus life feels routine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Same schedule, nothing exciting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114800"/>
            <a:ext cx="3657600" cy="1828800"/>
          </a:xfrm>
          <a:prstGeom prst="roundRect">
            <a:avLst/>
          </a:prstGeom>
          <a:solidFill>
            <a:srgbClr val="FFF0F0"/>
          </a:solidFill>
          <a:ln w="254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429768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8463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1E1E"/>
                </a:solidFill>
              </a:defRPr>
            </a:pPr>
            <a:r>
              <a:t>No community 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30352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050"/>
                </a:solidFill>
              </a:defRPr>
            </a:pPr>
            <a:r>
              <a:t>Everyone minds their own business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 Black"/>
              </a:defRPr>
            </a:pPr>
            <a:r>
              <a:t>💡 What if Campus Life was a Video Game?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990011"/>
                </a:solidFill>
                <a:latin typeface="Arial Black"/>
              </a:defRPr>
            </a:pPr>
            <a:r>
              <a:t>420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CF6F5"/>
                </a:solidFill>
              </a:defRPr>
            </a:pPr>
            <a:r>
              <a:t>MemeCoins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Earn by helping others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3200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990011"/>
                </a:solidFill>
                <a:latin typeface="Arial Black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4023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CF6F5"/>
                </a:solidFill>
              </a:defRPr>
            </a:pPr>
            <a:r>
              <a:t>Quest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4389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Academic, Social, Creative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20040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990011"/>
                </a:solidFill>
                <a:latin typeface="Arial Black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023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CF6F5"/>
                </a:solidFill>
              </a:defRPr>
            </a:pPr>
            <a:r>
              <a:t>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3891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Noob → Campus Legend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1E1E"/>
                </a:solidFill>
                <a:latin typeface="Arial Black"/>
              </a:defRPr>
            </a:pPr>
            <a:r>
              <a:t>🔄 How It Works - Simple 3-Step Loop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1554480"/>
            <a:ext cx="914400" cy="914400"/>
          </a:xfrm>
          <a:prstGeom prst="ellipse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/>
            </a:pPr>
            <a: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90011"/>
                </a:solidFill>
              </a:defRPr>
            </a:pPr>
            <a:r>
              <a:t>DO GOOD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1E1E1E"/>
                </a:solidFill>
              </a:defRPr>
            </a:pPr>
            <a:r>
              <a:t>Help juniors study</a:t>
            </a:r>
            <a:br/>
            <a:r>
              <a:t>Organize events</a:t>
            </a:r>
            <a:br/>
            <a:r>
              <a:t>Create memes</a:t>
            </a:r>
            <a:br/>
            <a:r>
              <a:t>Attend seminars</a:t>
            </a:r>
          </a:p>
        </p:txBody>
      </p:sp>
      <p:sp>
        <p:nvSpPr>
          <p:cNvPr id="7" name="Oval 6"/>
          <p:cNvSpPr/>
          <p:nvPr/>
        </p:nvSpPr>
        <p:spPr>
          <a:xfrm>
            <a:off x="3931920" y="1554480"/>
            <a:ext cx="914400" cy="914400"/>
          </a:xfrm>
          <a:prstGeom prst="ellipse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155448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/>
            </a:pPr>
            <a:r>
              <a:t>2️⃣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90011"/>
                </a:solidFill>
              </a:defRPr>
            </a:pPr>
            <a:r>
              <a:t>EARN COINS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291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1E1E1E"/>
                </a:solidFill>
              </a:defRPr>
            </a:pPr>
            <a:r>
              <a:t>Get MemeCoins</a:t>
            </a:r>
            <a:br/>
            <a:r>
              <a:t>Gain reputation</a:t>
            </a:r>
            <a:br/>
            <a:r>
              <a:t>Unlock achievements</a:t>
            </a:r>
            <a:br/>
            <a:r>
              <a:t>Level up</a:t>
            </a:r>
          </a:p>
        </p:txBody>
      </p:sp>
      <p:sp>
        <p:nvSpPr>
          <p:cNvPr id="11" name="Oval 10"/>
          <p:cNvSpPr/>
          <p:nvPr/>
        </p:nvSpPr>
        <p:spPr>
          <a:xfrm>
            <a:off x="6492240" y="1554480"/>
            <a:ext cx="914400" cy="914400"/>
          </a:xfrm>
          <a:prstGeom prst="ellipse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/>
            </a:pPr>
            <a:r>
              <a:t>3️⃣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90011"/>
                </a:solidFill>
              </a:defRPr>
            </a:pPr>
            <a:r>
              <a:t>SPEND PERKS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2918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300">
                <a:solidFill>
                  <a:srgbClr val="1E1E1E"/>
                </a:solidFill>
              </a:defRPr>
            </a:pPr>
            <a:r>
              <a:t>Skip canteen queue</a:t>
            </a:r>
            <a:br/>
            <a:r>
              <a:t>Borrow premium notes</a:t>
            </a:r>
            <a:br/>
            <a:r>
              <a:t>Priority seating</a:t>
            </a:r>
            <a:br/>
            <a:r>
              <a:t>Library immunity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990011"/>
                </a:solidFill>
                <a:latin typeface="Arial Black"/>
              </a:defRPr>
            </a:pPr>
            <a:r>
              <a:t>✨ 6 Core Modules = 6 Team Members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657600" cy="12801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1645920"/>
            <a:ext cx="640080" cy="640080"/>
          </a:xfrm>
          <a:prstGeom prst="ellipse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600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Student 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Levels, titles, achievements, stats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3657600" cy="12801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12080" y="1645920"/>
            <a:ext cx="640080" cy="640080"/>
          </a:xfrm>
          <a:prstGeom prst="ellipse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164592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60020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Quest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Daily challenges, rewards, verification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926080"/>
            <a:ext cx="3657600" cy="12801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97280" y="3200400"/>
            <a:ext cx="640080" cy="640080"/>
          </a:xfrm>
          <a:prstGeom prst="ellipse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2004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154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Meme NFT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Create, trade, collect memes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926080"/>
            <a:ext cx="3657600" cy="12801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0" y="3200400"/>
            <a:ext cx="640080" cy="640080"/>
          </a:xfrm>
          <a:prstGeom prst="ellipse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20040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1546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Perk Shop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5661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Spend coins on real benefits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80560"/>
            <a:ext cx="3657600" cy="12801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4754880"/>
            <a:ext cx="640080" cy="640080"/>
          </a:xfrm>
          <a:prstGeom prst="ellipse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5488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7091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Social Credit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Tip system, transaction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0" y="4480560"/>
            <a:ext cx="3657600" cy="128016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12080" y="4754880"/>
            <a:ext cx="640080" cy="640080"/>
          </a:xfrm>
          <a:prstGeom prst="ellipse">
            <a:avLst/>
          </a:prstGeom>
          <a:solidFill>
            <a:srgbClr val="990011"/>
          </a:solidFill>
          <a:ln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4754880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800"/>
            </a:pPr>
            <a:r>
              <a:t>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47091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Leaderboards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1206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8C8C8"/>
                </a:solidFill>
              </a:defRPr>
            </a:pPr>
            <a:r>
              <a:t>Rankings, analytics, competition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1E1E"/>
                </a:solidFill>
                <a:latin typeface="Arial Black"/>
              </a:defRPr>
            </a:pPr>
            <a:r>
              <a:t>🎬 Real-Life Example: Ahmed Helps Rahat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6400800" cy="731520"/>
          </a:xfrm>
          <a:prstGeom prst="roundRect">
            <a:avLst/>
          </a:prstGeom>
          <a:solidFill>
            <a:srgbClr val="FFFAFA"/>
          </a:solidFill>
          <a:ln w="127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54480" y="19659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920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Rahat posts 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2194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"Help me debug my Python code - 15 coins reward"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6400800" cy="731520"/>
          </a:xfrm>
          <a:prstGeom prst="roundRect">
            <a:avLst/>
          </a:prstGeom>
          <a:solidFill>
            <a:srgbClr val="F5F0F0"/>
          </a:solidFill>
          <a:ln w="127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28803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Ahmed accepts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108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Spends 30 minutes helping Rahat fix the bug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657600"/>
            <a:ext cx="6400800" cy="731520"/>
          </a:xfrm>
          <a:prstGeom prst="roundRect">
            <a:avLst/>
          </a:prstGeom>
          <a:solidFill>
            <a:srgbClr val="FFFAFA"/>
          </a:solidFill>
          <a:ln w="127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794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74903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Rahat verifies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023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Confirms Ahmed helped &amp; transfers 15 MemeCoins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572000"/>
            <a:ext cx="6400800" cy="731520"/>
          </a:xfrm>
          <a:prstGeom prst="roundRect">
            <a:avLst/>
          </a:prstGeom>
          <a:solidFill>
            <a:srgbClr val="F5F0F0"/>
          </a:solidFill>
          <a:ln w="127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4709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4663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Both win!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937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Ahmed gets coins + rep</a:t>
            </a:r>
            <a:br/>
            <a:r>
              <a:t>Rahat gets help + saves grade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486400"/>
            <a:ext cx="6400800" cy="731520"/>
          </a:xfrm>
          <a:prstGeom prst="roundRect">
            <a:avLst/>
          </a:prstGeom>
          <a:solidFill>
            <a:srgbClr val="FFFAFA"/>
          </a:solidFill>
          <a:ln w="127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56235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577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Achievement unlocked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852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C3C3C"/>
                </a:solidFill>
              </a:defRPr>
            </a:pPr>
            <a:r>
              <a:t>Ahmed: "First Helper" badge</a:t>
            </a:r>
            <a:br/>
            <a:r>
              <a:t>Rahat: "Quest Giver" badge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🛠️ Simple Tech Stack - Perfect for Beginners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6400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920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90011"/>
                </a:solidFill>
              </a:defRPr>
            </a:pPr>
            <a:r>
              <a:t>Python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C8C8"/>
                </a:solidFill>
              </a:defRPr>
            </a:pPr>
            <a:r>
              <a:t>Core programming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0574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CF6F5"/>
                </a:solidFill>
              </a:defRPr>
            </a:pPr>
            <a:r>
              <a:t>→ Easy to learn, powerful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43200"/>
            <a:ext cx="6400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8346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90011"/>
                </a:solidFill>
              </a:defRPr>
            </a:pPr>
            <a:r>
              <a:t>Text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1089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C8C8"/>
                </a:solidFill>
              </a:defRPr>
            </a:pPr>
            <a:r>
              <a:t>Data storage (.txt format)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71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CF6F5"/>
                </a:solidFill>
              </a:defRPr>
            </a:pPr>
            <a:r>
              <a:t>→ No database needed!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657600"/>
            <a:ext cx="6400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74903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90011"/>
                </a:solidFill>
              </a:defRPr>
            </a:pPr>
            <a:r>
              <a:t>Lists &amp; Dicts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0233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C8C8"/>
                </a:solidFill>
              </a:defRPr>
            </a:pPr>
            <a:r>
              <a:t>Data structures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8862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CF6F5"/>
                </a:solidFill>
              </a:defRPr>
            </a:pPr>
            <a:r>
              <a:t>→ Store all game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572000"/>
            <a:ext cx="6400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663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90011"/>
                </a:solidFill>
              </a:defRPr>
            </a:pPr>
            <a:r>
              <a:t>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C8C8"/>
                </a:solidFill>
              </a:defRPr>
            </a:pPr>
            <a:r>
              <a:t>Modular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8006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CF6F5"/>
                </a:solidFill>
              </a:defRPr>
            </a:pPr>
            <a:r>
              <a:t>→ Each person = 1 module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486400"/>
            <a:ext cx="6400800" cy="731520"/>
          </a:xfrm>
          <a:prstGeom prst="roundRect">
            <a:avLst/>
          </a:prstGeom>
          <a:solidFill>
            <a:srgbClr val="2D2D2D"/>
          </a:solidFill>
          <a:ln w="1905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55778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90011"/>
                </a:solidFill>
              </a:defRPr>
            </a:pPr>
            <a:r>
              <a:t>Simple Menu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8521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8C8C8"/>
                </a:solidFill>
              </a:defRPr>
            </a:pPr>
            <a:r>
              <a:t>Text-based interface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7150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FCF6F5"/>
                </a:solidFill>
              </a:defRPr>
            </a:pPr>
            <a:r>
              <a:t>→ Clean and functional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E1E1E"/>
                </a:solidFill>
                <a:latin typeface="Arial Black"/>
              </a:defRPr>
            </a:pPr>
            <a:r>
              <a:t>👥 Team Division - Everyone Has a Role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7315200" cy="685800"/>
          </a:xfrm>
          <a:prstGeom prst="roundRect">
            <a:avLst/>
          </a:prstGeom>
          <a:solidFill>
            <a:srgbClr val="FAF5F5"/>
          </a:solidFill>
          <a:ln w="254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813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0011"/>
                </a:solidFill>
              </a:defRPr>
            </a:pPr>
            <a:r>
              <a:t>Member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4813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Student Profile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5564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Login, stats, achievements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194560"/>
            <a:ext cx="7315200" cy="685800"/>
          </a:xfrm>
          <a:prstGeom prst="roundRect">
            <a:avLst/>
          </a:prstGeom>
          <a:solidFill>
            <a:srgbClr val="FAF5F5"/>
          </a:solidFill>
          <a:ln w="254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0428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0011"/>
                </a:solidFill>
              </a:defRPr>
            </a:pPr>
            <a:r>
              <a:t>Member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0428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Quest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7860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Create quests, rewards, verify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17520"/>
            <a:ext cx="7315200" cy="685800"/>
          </a:xfrm>
          <a:prstGeom prst="roundRect">
            <a:avLst/>
          </a:prstGeom>
          <a:solidFill>
            <a:srgbClr val="FAF5F5"/>
          </a:solidFill>
          <a:ln w="254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312724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0011"/>
                </a:solidFill>
              </a:defRPr>
            </a:pPr>
            <a:r>
              <a:t>Member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2724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Meme Marketplace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0156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Create memes, trade, collect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840480"/>
            <a:ext cx="7315200" cy="685800"/>
          </a:xfrm>
          <a:prstGeom prst="roundRect">
            <a:avLst/>
          </a:prstGeom>
          <a:solidFill>
            <a:srgbClr val="FAF5F5"/>
          </a:solidFill>
          <a:ln w="254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95020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0011"/>
                </a:solidFill>
              </a:defRPr>
            </a:pPr>
            <a:r>
              <a:t>Member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5020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Perk Shop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22452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Buy perks, inventory, redemption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663440"/>
            <a:ext cx="7315200" cy="685800"/>
          </a:xfrm>
          <a:prstGeom prst="roundRect">
            <a:avLst/>
          </a:prstGeom>
          <a:solidFill>
            <a:srgbClr val="FAF5F5"/>
          </a:solidFill>
          <a:ln w="254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77316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0011"/>
                </a:solidFill>
              </a:defRPr>
            </a:pPr>
            <a:r>
              <a:t>Member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77316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Social Credit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4748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Tip system, transactions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486400"/>
            <a:ext cx="7315200" cy="685800"/>
          </a:xfrm>
          <a:prstGeom prst="roundRect">
            <a:avLst/>
          </a:prstGeom>
          <a:solidFill>
            <a:srgbClr val="FAF5F5"/>
          </a:solidFill>
          <a:ln w="25400">
            <a:solidFill>
              <a:srgbClr val="99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596128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990011"/>
                </a:solidFill>
              </a:defRPr>
            </a:pPr>
            <a:r>
              <a:t>Member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596128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1E1E"/>
                </a:solidFill>
              </a:defRPr>
            </a:pPr>
            <a:r>
              <a:t>Leaderboards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870448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050"/>
                </a:solidFill>
              </a:defRPr>
            </a:pPr>
            <a:r>
              <a:t>Rankings, analytics, stats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990011"/>
                </a:solidFill>
                <a:latin typeface="Arial Black"/>
              </a:defRPr>
            </a:pPr>
            <a:r>
              <a:t>🚀 Why This Project is GENIUS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800">
                <a:solidFill>
                  <a:srgbClr val="FFFFFF"/>
                </a:solidFill>
                <a:latin typeface="Calibri"/>
              </a:defRPr>
            </a:pPr>
            <a:r>
              <a:t>✅ Never been done - 100% original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800">
                <a:solidFill>
                  <a:srgbClr val="FFFFFF"/>
                </a:solidFill>
                <a:latin typeface="Calibri"/>
              </a:defRPr>
            </a:pPr>
            <a:r>
              <a:t>✅ Actually FUN to build - not boring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800">
                <a:solidFill>
                  <a:srgbClr val="FFFFFF"/>
                </a:solidFill>
                <a:latin typeface="Calibri"/>
              </a:defRPr>
            </a:pPr>
            <a:r>
              <a:t>✅ Meets ALL requirements - files, data structures, CRUD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800">
                <a:solidFill>
                  <a:srgbClr val="FFFFFF"/>
                </a:solidFill>
                <a:latin typeface="Calibri"/>
              </a:defRPr>
            </a:pPr>
            <a:r>
              <a:t>✅ Everyone will remember it - meme-worthy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800">
                <a:solidFill>
                  <a:srgbClr val="FFFFFF"/>
                </a:solidFill>
                <a:latin typeface="Calibri"/>
              </a:defRPr>
            </a:pPr>
            <a:r>
              <a:t>✅ Portfolio gold - shows creativity + technical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 sz="1800">
                <a:solidFill>
                  <a:srgbClr val="FFFFFF"/>
                </a:solidFill>
                <a:latin typeface="Calibri"/>
              </a:defRPr>
            </a:pPr>
            <a:r>
              <a:t>✅ Viral potential - classmates will want to use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990011"/>
                </a:solidFill>
                <a:latin typeface="Arial Black"/>
              </a:defRPr>
            </a:pPr>
            <a:r>
              <a:t>We Gamified Campus Life.</a:t>
            </a:r>
          </a:p>
          <a:p>
            <a:pPr algn="ctr">
              <a:spcBef>
                <a:spcPts val="2000"/>
              </a:spcBef>
              <a:defRPr sz="3600">
                <a:solidFill>
                  <a:srgbClr val="FCF6F5"/>
                </a:solidFill>
                <a:latin typeface="Calibri"/>
              </a:defRPr>
            </a:pPr>
            <a:r>
              <a:t>You're Welcome. 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